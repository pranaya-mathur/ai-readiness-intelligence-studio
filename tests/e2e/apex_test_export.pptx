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Transformation Strategy</a:t>
            </a:r>
          </a:p>
          <a:p>
            <a:r>
              <a:t>Apex Global Consulting Partners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business documents to AI opportunity roadmap in minutes.</a:t>
            </a:r>
          </a:p>
          <a:p>
            <a:r>
              <a:t>Review Status: Approved</a:t>
            </a:r>
          </a:p>
          <a:p>
            <a:r>
              <a:t>AI Readiness Intelligence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&amp; Readiness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 b="1"/>
            </a:pPr>
            <a:r>
              <a:t>Overall AI Readiness Score: 85/100</a:t>
            </a:r>
          </a:p>
          <a:p>
            <a:pPr>
              <a:defRPr sz="1300"/>
            </a:pPr>
            <a:r>
              <a:t>Business Summary: Apex Global Consulting Partners shows strong potential for a controlled AI pilot focused on pre-sales proposal acceleration, support triage, and governance-backed knowledge reuse. The recommended first pilot is an Intelligent Pre-Sales Proposal Copilot because it targets a high-value, document-heavy workflow with clear human review checkpoints</a:t>
            </a:r>
          </a:p>
          <a:p>
            <a:pPr>
              <a:defRPr b="1" sz="1400"/>
            </a:pPr>
            <a:r>
              <a:t>Recommended First Pilot: Intelligent Pre-Sales Proposal Copilot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Basis (Document-Grounded Evidence)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4114800"/>
                <a:gridCol w="914400"/>
              </a:tblGrid>
              <a:tr h="768096">
                <a:tc>
                  <a:txBody>
                    <a:bodyPr/>
                    <a:lstStyle/>
                    <a:p>
                      <a:r>
                        <a:t>Source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Signal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Evidence 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Conf.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Apex_Client_Brief.docx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Identified client goals around proposal acceleration, support triage, billing workflow improvement, and governance readiness.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Apex_AI_Governance_Checklist.docx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Identified governance controls around human review, audit logs, access control, and compliance validation.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Apex_Sales_Playbook.pdf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Identified reusable proposal assets, pre-sales workflow dependencies, and approved content reuse opportunities.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r>
                        <a:t>Apex_Support_Triage_Logs.txt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Document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Identified repeated support classification, routing, and response drafting patterns.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Prioritized AI Use Case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1645920"/>
                <a:gridCol w="1645920"/>
              </a:tblGrid>
              <a:tr h="960120">
                <a:tc>
                  <a:txBody>
                    <a:bodyPr/>
                    <a:lstStyle/>
                    <a:p>
                      <a:r>
                        <a:t>Use Case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Priority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r>
                        <a:t>Intelligent Pre-Sales Proposal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 &amp; Pre-sales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r>
                        <a:t>Support Intake and Draft Response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Customer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P1</a:t>
                      </a:r>
                    </a:p>
                  </a:txBody>
                  <a:tcPr/>
                </a:tc>
              </a:tr>
              <a:tr h="960120">
                <a:tc>
                  <a:txBody>
                    <a:bodyPr/>
                    <a:lstStyle/>
                    <a:p>
                      <a:r>
                        <a:t>Operations Workflow Intelligence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Strategy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Engagement Model: Pilot MVP Build</a:t>
            </a:r>
          </a:p>
          <a:p>
            <a:pPr>
              <a:defRPr b="1" sz="1600">
                <a:solidFill>
                  <a:srgbClr val="10B981"/>
                </a:solidFill>
              </a:defRPr>
            </a:pPr>
            <a:r>
              <a:t>Indicative Investment: INR 10.2L – INR 26.5L</a:t>
            </a:r>
          </a:p>
          <a:p>
            <a:pPr>
              <a:defRPr i="1" sz="1100"/>
            </a:pPr>
            <a:r>
              <a:t>Disclaimer: Pricing is indicative, assumption-based, and subject to validation.</a:t>
            </a:r>
          </a:p>
          <a:p>
            <a:br/>
            <a:pPr>
              <a:defRPr b="1" sz="1300"/>
            </a:pPr>
            <a:r>
              <a:t>Scoping &amp; Integration Factors:</a:t>
            </a:r>
          </a:p>
          <a:p>
            <a:pPr>
              <a:defRPr sz="1200"/>
            </a:pPr>
            <a:r>
              <a:t> - Sales &amp; Pre-sales: Intelligent Pre-Sales Proposal Copilot requires RAG semantic parsing over proprietary playbooks.</a:t>
            </a:r>
          </a:p>
          <a:p>
            <a:pPr>
              <a:defRPr sz="1200"/>
            </a:pPr>
            <a:r>
              <a:t> - Customer Support: Autonomous Support Triage Router demands layout classification and log parsing.</a:t>
            </a:r>
          </a:p>
          <a:p>
            <a:pPr>
              <a:defRPr sz="1200"/>
            </a:pPr>
            <a:r>
              <a:t> - Integrations in Scope: API integrations mapping Salesforce pipeline context, SharePoint files, and Jira webhooks.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90-Day 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Phase 30-Day: Finalize pilot scope, success metrics, required proposal assets, and MVP architecture for the Intelligent Pre-Sales Proposal Copilot.</a:t>
            </a:r>
          </a:p>
          <a:p>
            <a:pPr>
              <a:defRPr sz="1100"/>
            </a:pPr>
            <a:r>
              <a:t>  Expected Impact: Creates a validated pilot foundation with measurable success criteria and cleaner evidence inputs.</a:t>
            </a:r>
          </a:p>
          <a:p>
            <a:pPr>
              <a:defRPr b="1" sz="1400"/>
            </a:pPr>
            <a:r>
              <a:t>Phase 60-Day: Run a controlled MVP with human review enabled across Sales &amp; Pre-sales and Customer Support workflows.</a:t>
            </a:r>
          </a:p>
          <a:p>
            <a:pPr>
              <a:defRPr sz="1100"/>
            </a:pPr>
            <a:r>
              <a:t>  Expected Impact: Reduces repetitive turnaround time while preserving trust, review checkpoints, and source traceability.</a:t>
            </a:r>
          </a:p>
          <a:p>
            <a:pPr>
              <a:defRPr b="1" sz="1400"/>
            </a:pPr>
            <a:r>
              <a:t>Phase 90-Day: Expand governance, adoption training, and executive reporting so the pilot can become a repeatable consulting offer.</a:t>
            </a:r>
          </a:p>
          <a:p>
            <a:pPr>
              <a:defRPr sz="1100"/>
            </a:pPr>
            <a:r>
              <a:t>  Expected Impact: Turns the pilot into a reusable operating model with stronger controls and internal buy-in.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